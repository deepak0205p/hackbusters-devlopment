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REFINERY OPERATIONS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Crude Distillation Unit (CDU-1) Furnace F-101 Turnaround Plan</a:t>
            </a:r>
          </a:p>
          <a:p>
            <a:r>
              <a:t>Generated by Sovereign Agentic AI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Furnace F-101 Overheating Anomaly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Inspection Finding: Thermocouple TT-104 detected 620°C radiant tube skin temperature.</a:t>
            </a:r>
          </a:p>
          <a:p>
            <a:r>
              <a:t>• SOP-MRPL-FURNACE-01 Violation: Safe operating envelope capped at 610°C (10°C breach).</a:t>
            </a:r>
          </a:p>
          <a:p>
            <a:r>
              <a:t>• Corrosion Measurement: Radiant Zone B localized thinning observed at 0.45 mm/year.</a:t>
            </a:r>
          </a:p>
          <a:p>
            <a:r>
              <a:t>• Immediate Mandatory Action: De-rate firing from 104% to ≤80% MCR within 24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7-Day Decoking Turnaround Milestone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Day 1-2: Firing de-rating and crude throughput rebalancing to CDU-2.</a:t>
            </a:r>
          </a:p>
          <a:p>
            <a:r>
              <a:t>• Day 3-4: Unit isolation, steam-air decoking, and pigging of radiant passes.</a:t>
            </a:r>
          </a:p>
          <a:p>
            <a:r>
              <a:t>• Day 5-6: Hydrostatic re-testing, ultrasonic gauge verification, and refractory inspection.</a:t>
            </a:r>
          </a:p>
          <a:p>
            <a:r>
              <a:t>• Day 7: Safe unit start-up and ramp-up under CGM sign-off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