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ASSET RELIABILITY &amp; INTEGRITY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API 510/570/653 Mechanical Integrity Survey &amp; Half-Life Inspection Planner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Static Equipment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100% of Class 1 Piping Circuits surveyed via automated Ultrasonic Testing.</a:t>
            </a:r>
          </a:p>
          <a:p>
            <a:r>
              <a:t>• Zero assets below minimum required structural wall thickness (t_min).</a:t>
            </a:r>
          </a:p>
          <a:p>
            <a:r>
              <a:t>• Next statutory turnaround window locked per API 570 Table 1 intervals.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