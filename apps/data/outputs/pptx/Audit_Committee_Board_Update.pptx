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MRPL AUDIT COMMITTEE OF THE 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Statutory CAG &amp; Internal Audit Progress Update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Audit Universe &amp; Para Closure Status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Risk-Based Internal Audit Plan: 88% of planned audits completed on schedule.</a:t>
            </a:r>
          </a:p>
          <a:p>
            <a:r>
              <a:t>• CAG Audit Paras: 0 Significant Non-Conformances pending beyond 90 days.</a:t>
            </a:r>
          </a:p>
          <a:p>
            <a:r>
              <a:t>• Internal Financial Controls (IFC): Certified effective with zero material weaknesses.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