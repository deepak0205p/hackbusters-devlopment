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/ ONGC SCM PROCUREMENT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GeM Spend &amp; Vendor Performance 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Procurement 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GeM Procurement Share: 91.4% of total eligible procurement executed via GeM portal.</a:t>
            </a:r>
          </a:p>
          <a:p>
            <a:r>
              <a:t>• MSME Procurement Compliance: 34.2% (Mandatory Target: 25.0%).</a:t>
            </a:r>
          </a:p>
          <a:p>
            <a:r>
              <a:t>• Integrity Pact Coverage: 100% of tenders &gt;₹1 Crore covered under CVC IEM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