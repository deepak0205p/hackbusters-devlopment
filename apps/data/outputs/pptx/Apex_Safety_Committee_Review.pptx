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APEX SAFETY COMMITTEE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Monthly Executive Safety Scorecard &amp; OISD Compliance</a:t>
            </a:r>
          </a:p>
          <a:p>
            <a:r>
              <a:t>Chaired by Director (Technical) —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Safety Scorecard — FY 2025-26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Cumulative Safe Man-Hours: 4.82 Million Hours achieved without Lost Time Injury (LTI).</a:t>
            </a:r>
          </a:p>
          <a:p>
            <a:r>
              <a:t>• LTIFR Metric: 0.00 (Target: ≤0.10 per 1M man-hours).</a:t>
            </a:r>
          </a:p>
          <a:p>
            <a:r>
              <a:t>• Near-Miss &amp; Hazard Hunt: 142 reports logged; 94.3% closed within 14-day SLA.</a:t>
            </a:r>
          </a:p>
          <a:p>
            <a:r>
              <a:t>• High Potential (HIPO) Findings: 2 cases reviewed with completed CAPA.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