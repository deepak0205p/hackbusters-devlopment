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M&amp;I REFINERY TURNAROUND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Shutdown Schedule &amp; Critical Path Execution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Turnaround Scope &amp; High-Risk Milestone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Shutdown Duration: 21 Days (Critical Path: CDU-1 Column Tray Overhaul &amp; Hydrocracker Catalyst Dump).</a:t>
            </a:r>
          </a:p>
          <a:p>
            <a:r>
              <a:t>• Total Equipment In-Scope: 142 Vessels, 88 Heat Exchangers, 320 PSVs, 18 Control Valves.</a:t>
            </a:r>
          </a:p>
          <a:p>
            <a:r>
              <a:t>• Safety Goal: Zero Lost Time Injuries (Goal Zero).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