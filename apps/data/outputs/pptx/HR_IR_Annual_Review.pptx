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HUMAN RESOURCES &amp; INDUSTRIAL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Workforce Health, CLRA Welfare &amp; Training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Labour Welfare &amp; Minimum Wage Adherence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compliance with Central Minimum Wages notified rates.</a:t>
            </a:r>
          </a:p>
          <a:p>
            <a:r>
              <a:t>• EPF / ESI Direct Bank Remittance verified for all 2,400+ contractor personnel.</a:t>
            </a:r>
          </a:p>
          <a:p>
            <a:r>
              <a:t>• Industrial Relations: Zero man-days lost due to industrial dispute in FY25.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