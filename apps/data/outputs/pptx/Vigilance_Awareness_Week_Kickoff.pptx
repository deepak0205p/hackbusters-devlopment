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/ ONGC VIGILANCE AWARENESS WEEK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Preventive Vigilance &amp; Transparent Public Procurement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Preventive Vigilance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100% E-Tendering &amp; GeM Reverse Auction deployment.</a:t>
            </a:r>
          </a:p>
          <a:p>
            <a:r>
              <a:t>• Integrity Pact operationalized for all major tenders &gt;₹1 Crore.</a:t>
            </a:r>
          </a:p>
          <a:p>
            <a:r>
              <a:t>• Online Vendor Grievance Redressal portal active with 15-day SLA.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