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MRPL / ONGC CONTRACT CASH FLOW &amp; e-MB AUDIT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Quarterly Vendor Payments &amp; Retention Ledger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e-MB Digital Billing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100% of contractor invoices processed through authenticated e-Measurement Book.</a:t>
            </a:r>
          </a:p>
          <a:p>
            <a:r>
              <a:t>• Average Bill Cycle Time: 6.8 Days from measurement entry to NEFT release.</a:t>
            </a:r>
          </a:p>
          <a:p>
            <a:r>
              <a:t>• Total Retention Escrow: ₹18.4 Crores secured against Defect Liability Periods.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