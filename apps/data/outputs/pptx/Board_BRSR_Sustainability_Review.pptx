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MRPL BOARD SUSTAINABILITY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Responsibility and Sustainability Report (SEBI BRSR Core FY25)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Decarbonization &amp; Water Neutrality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Scope 1 &amp; 2 Emissions reduced by 4.2% Year-on-Year.</a:t>
            </a:r>
          </a:p>
          <a:p>
            <a:r>
              <a:t>• Net-Zero 2038 Target: Signed onto Oil &amp; Gas Decarbonization Charter (OGDC).</a:t>
            </a:r>
          </a:p>
          <a:p>
            <a:r>
              <a:t>• Water Neutrality: 72.8% of refinery makeup water drawn from treated municipal sewage.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